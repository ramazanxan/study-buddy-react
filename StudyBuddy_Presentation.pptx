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914400"/>
            <a:ext cx="5029200" cy="5029200"/>
          </a:xfrm>
          <a:prstGeom prst="rect">
            <a:avLst/>
          </a:prstGeom>
          <a:solidFill>
            <a:srgbClr val="16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4114800"/>
            <a:ext cx="3657600" cy="3657600"/>
          </a:xfrm>
          <a:prstGeom prst="rect">
            <a:avLst/>
          </a:prstGeom>
          <a:solidFill>
            <a:srgbClr val="16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2148840"/>
            <a:ext cx="5760720" cy="384048"/>
          </a:xfrm>
          <a:prstGeom prst="rect">
            <a:avLst/>
          </a:prstGeom>
          <a:solidFill>
            <a:srgbClr val="16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6120" y="2167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EFAC"/>
                </a:solidFill>
              </a:rPr>
              <a:t>● Только для студентов КГТУ им. И. Раззакова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51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✦  StudyBuddy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Найди своих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C55E"/>
                </a:solidFill>
              </a:rPr>
              <a:t>по учёбе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Платформа для студентов КГТУ — находи напарников, наставников и достигай целей вместе.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18 000+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Студентов КГТУ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5897880"/>
            <a:ext cx="18288" cy="685800"/>
          </a:xfrm>
          <a:prstGeom prst="rect">
            <a:avLst/>
          </a:prstGeom>
          <a:solidFill>
            <a:srgbClr val="2D4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58521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6263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Институтов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5897880"/>
            <a:ext cx="18288" cy="685800"/>
          </a:xfrm>
          <a:prstGeom prst="rect">
            <a:avLst/>
          </a:prstGeom>
          <a:solidFill>
            <a:srgbClr val="2D4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8521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70+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6263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Специальностей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6528" y="5897880"/>
            <a:ext cx="18288" cy="685800"/>
          </a:xfrm>
          <a:prstGeom prst="rect">
            <a:avLst/>
          </a:prstGeom>
          <a:solidFill>
            <a:srgbClr val="2D4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8521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1954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6263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Год основания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В КГТУ тысячи
студентов.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CA3AF"/>
                </a:solidFill>
              </a:rPr>
              <a:t>Почему так сложно найти своих?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4572000" cy="47548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143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 Найти напарника по учёбе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👥  Найти наставника (Агай/Эже)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Достигать целей вместе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🤝  Заключать пакты и держать слово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🏆  Делиться победами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Мы это меняем.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Мы создали место,
где студенты
находят друг друга.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Не соцсеть. Не мессенджер. Не маркетплейс.
Это платформа для тех, кто хочет создавать.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3566160" cy="24688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Умный подбор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Искра — алгоритм подберёт
напарников по интересам
и целям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931920"/>
            <a:ext cx="3566160" cy="24688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Пакты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177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Договор с напарником —
держи слово до дедлайна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931920"/>
            <a:ext cx="3566160" cy="24688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Наставники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6177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Агай/Эже — старшекурсники
для младших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Три простых шага к
продуктивной учёбе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Присоединяйся и начни прямо сейчас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3566160" cy="347472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Создай профиль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Расскажи о себе, факультете
и своей цели на учёбу.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834640"/>
            <a:ext cx="3566160" cy="347472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9718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Найди Искру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Алгоритм подберёт студентов
с общими интересами и целями.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834640"/>
            <a:ext cx="3566160" cy="347472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9718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Достигайте вместе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Заключайте пакты, ставьте цели
и празднуйте победы.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Всё сразу.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CA3AF"/>
                </a:solidFill>
              </a:rPr>
              <a:t>Всё для студентов КГТУ — в одном месте.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500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95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Искра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Умный подбор партнёров по
интересам, целям и факультету.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14884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331720"/>
            <a:ext cx="566928" cy="566928"/>
          </a:xfrm>
          <a:prstGeom prst="rect">
            <a:avLst/>
          </a:prstGeom>
          <a:solidFill>
            <a:srgbClr val="60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3500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95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Пакт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718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Договор с напарником и
контроль дедлайнов.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4884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31720"/>
            <a:ext cx="566928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3500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95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Агай / Эже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718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Наставничество: старшекурсники
для младших студентов.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566928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9028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360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Я тоже хочу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Присоединяйся к чужим целям
и иди к ним вместе.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38912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57200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459028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6360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Доска побед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2120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Делитесь достижениями
и вдохновляйте сообщество.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389120"/>
            <a:ext cx="3657600" cy="20116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4572000"/>
            <a:ext cx="566928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459028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🛍️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6360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Маркетплейс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2120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Покупайте и продавайте книги,
технику и вещи студентам.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МАРКЕТПЛЕЙС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Маркетплейс
для студентов.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Покупай и продавай то,
что нужно для учёбы.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✓  Конспекты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✓  Книги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✓  Планшеты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✓  Чертежи и другое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💰  Оплата в сомах (KGS)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822960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005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Конспект по Алгоритмам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200 сом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822960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005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737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Учебник Clean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450 сом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822960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1005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737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Планшет HUION H640P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2 500 сом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07240" y="2926079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47319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98680" y="384047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Сборник задач по матану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9868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150 сом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822960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005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1737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Наушники Sony WH-1000XM4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1 500 сом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822960"/>
            <a:ext cx="1737360" cy="182880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1005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1737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Чертежи AutoCAD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100 сом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НАСТАВНИЧЕСТВО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Агай &amp; Эже —
найди наставника.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CA3AF"/>
                </a:solidFill>
              </a:rPr>
              <a:t>Старшекурсники становятся наставниками для младших.
Помощь в учёбе, карьере и проектах.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3566160" cy="29260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Академическая помощь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Помощь с предметами,
пересдачами и курсовыми.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337560"/>
            <a:ext cx="3566160" cy="29260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Карьера и стажировки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006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Советы по поиску работы
и прохождению практики.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37560"/>
            <a:ext cx="3566160" cy="292608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Совместные проекты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Старт стартапов и
хакатонов с наставником.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2C55E"/>
                </a:solidFill>
              </a:rPr>
              <a:t>Стань наставником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ИСТОРИИ УСПЕХА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Найди команду
для своей идеи.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Реальные победы наших студентов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3566160" cy="33375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Запустили MVP стартапа и получили первых 50 пользователей!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— Данияр &amp; Чолпон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063240"/>
            <a:ext cx="3566160" cy="33375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Занял 2 место на университетском хакатоне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394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— Бекзат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063240"/>
            <a:ext cx="3566160" cy="33375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Выпустила первое мобильное приложение в сторе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— Айзада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22C55E"/>
                </a:solidFill>
              </a:rPr>
              <a:t>"Твоя идея заслуживает
правильных людей."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10972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</a:rPr>
              <a:t>1 КГТУ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22C55E"/>
                </a:solidFill>
              </a:rPr>
              <a:t>18 000+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Студентов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09728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00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Бесконечное количество идей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640080"/>
            <a:ext cx="3474720" cy="15087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73151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C55E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Институтов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474720" cy="15087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C55E"/>
                </a:solidFill>
              </a:rPr>
              <a:t>70+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Специальностей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931920"/>
            <a:ext cx="3474720" cy="1508760"/>
          </a:xfrm>
          <a:prstGeom prst="rect">
            <a:avLst/>
          </a:prstGeom>
          <a:solidFill>
            <a:srgbClr val="13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5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C55E"/>
                </a:solidFill>
              </a:rPr>
              <a:t>1954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Год основания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КГТУ им. И. Раззакова · г. Бишкек · Основан в 1954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14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ПРИСОЕДИНЯЙСЯ.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6EFAC"/>
                </a:solidFill>
              </a:rPr>
              <a:t>Для студентов КГТУ. От студентов КГТУ.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CA3AF"/>
                </a:solidFill>
              </a:rPr>
              <a:t>Найди напарников · Заключи пакт · Достигни цели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3291840"/>
            <a:ext cx="4114800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33375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Создать профиль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Разработано студентами ИИТ, КЛ-3-25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Айдай Токтоналиева  ·  Ариетта Асанкадырова  ·  Арзыкан Ражапбаева  ·  Элеонора Орозалиева  ·  Ислам Шаршенбеков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03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⚙️  КГТУ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✦  StudyBuddy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